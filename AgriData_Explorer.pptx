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55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ECF9-F459-1098-77B6-EF457947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AA5AF-3299-5E42-D266-19875AE35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8B911-5A53-1DF0-14F8-53764FD31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D1E20-C5EC-B8F2-0B37-AC7D39EBB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42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AgriData Explorer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Indian Agriculture with EDA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32004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11480" y="3017520"/>
            <a:ext cx="1371600" cy="347472"/>
          </a:xfrm>
          <a:prstGeom prst="rect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3017520"/>
            <a:ext cx="1371600" cy="347472"/>
          </a:xfrm>
          <a:prstGeom prst="rect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3017520"/>
            <a:ext cx="1371600" cy="347472"/>
          </a:xfrm>
          <a:prstGeom prst="rect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42900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3017520"/>
            <a:ext cx="1371600" cy="347472"/>
          </a:xfrm>
          <a:prstGeom prst="rect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Agricultural Crop Production Statistics  |  1966 – 2017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3152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agricultural data is complex and fragmented across states and districts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73152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policymakers, and researchers lack easy access to actionable insights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73152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to analyze crop trends, yields, and regional productivity gaps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data visualization platform integrating state &amp; district level crop data to drive smarter agricultural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08760" cy="3200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ICRISAT 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1966–2017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468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2039112" y="960120"/>
            <a:ext cx="1508760" cy="3200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039112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39112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39112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47872" y="2468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758184" y="960120"/>
            <a:ext cx="1508760" cy="3200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758184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58184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58184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Trends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66944" y="2468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5477256" y="960120"/>
            <a:ext cx="1508760" cy="3200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477256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77256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77256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86016" y="246888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7196328" y="960120"/>
            <a:ext cx="1508760" cy="3200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196328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96328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96328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Stages: Collection → Cleaning → Analysis → Visualization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ICRISAT District-Level Agricultural 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6916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(1966–2017)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6916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67512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Covered: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 •  Wheat  •  Maize  •  Cotton  •  Groundnut  •  Oilseeds  •  Sugarcane  •  Sorghum  •  Pearl Millet  •  Finger Millet  •  Barley  •  Chickpea  •  Pigeonpea  •  + more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State | District | Year | Crop Area (1000 ha) | Production (1000 tons) | Yield (Kg/ha)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Cleaning (Python)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ICRISAT dataset using Pandas read_csv()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5720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350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07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dropped all duplicate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45720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65760" y="3557016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6484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105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handled missing/null values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5720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00600" y="9601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columns, removed spaces &amp; special chars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25856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800600" y="2258568"/>
            <a:ext cx="45720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00600" y="2258568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50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Units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807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hectares, tons, kg/ha units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55701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4800600" y="3557016"/>
            <a:ext cx="45720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4800600" y="3557016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6484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 CSV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105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Cleaned_Agri_new.csv for SQL import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Exploratory Data Analysis (EDA)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Matplotlib  |  Seaborn  |  Plotly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7315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Top 7 Rice Production States (Bar Chart)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7315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Top 5 Wheat Producing States (Pie + Bar)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7315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India's Sugarcane Production — 50 Years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7315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Rice vs Wheat Production Comparison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7315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Oilseed Production by Top 5 States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7315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Area vs Production Correlation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023360" cy="1737360"/>
          </a:xfrm>
          <a:prstGeom prst="rect">
            <a:avLst/>
          </a:prstGeom>
          <a:solidFill>
            <a:srgbClr val="95D5B2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754880" y="13716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EDA Screenshot 1 here 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4023360" cy="1737360"/>
          </a:xfrm>
          <a:prstGeom prst="rect">
            <a:avLst/>
          </a:prstGeom>
          <a:solidFill>
            <a:srgbClr val="95D5B2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754880" y="32461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EDA Screenshot 2 here 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5074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trends, patterns, and outliers before SQL analysis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10A0064-7A02-012D-7D77-7904E67CC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023359" cy="17373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3846C52-3663-DCC9-FF1C-3CFCDFA47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46120"/>
            <a:ext cx="4023359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Loading Data into MySQL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agriculture_dataset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039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cleaned_agri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694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5694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16,146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998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3099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630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6301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 – 2017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states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Steps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25603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84632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unnamed index column from CSV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084832"/>
            <a:ext cx="25603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4632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039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(spaces → underscores)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615184"/>
            <a:ext cx="25603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84632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25694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database &amp; table in Workbench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145536"/>
            <a:ext cx="256032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484632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30998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Table Data Import Wizard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SQL Analysis — 10 Business Questions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914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Rice Production Trend (Top 3 States)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7099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Districts by Wheat Yield Increase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65760" y="25054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50545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Highest Oilseed Growth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65760" y="330098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3009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vs Production Correlation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65760" y="409651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0965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Production Growth — Top 5 States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800600" y="914400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00600" y="9144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58968" y="914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Groundnut Districts (2017)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70992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4800600" y="1709928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800600" y="170992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58968" y="17099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Maize Yield by State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5054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4800600" y="2505456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800600" y="250545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58968" y="250545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Oilseed Area by State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330098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4800600" y="3300984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800600" y="330098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58968" y="33009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with Highest Rice Yield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4096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4800600" y="4096512"/>
            <a:ext cx="566928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4800600" y="409651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58968" y="40965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vs Rice — Top 5 States (10 Years)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Features: GROUP BY  |  CTEs (WITH clause)  |  Pearson Correlation  |  LIMIT  |  BETWEEN  |  Aggregate Functions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Connecting MySQL to Power BI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669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95097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MySQL Connector/NET 8.0.32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MySQL Archives and install with Complete option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5669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BI → Get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848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MySQL Database in the data sources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5669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65760" y="2523744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5603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Connection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895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localhost  |  Database: agriculture_dataset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5669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3649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6941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root  |  Enter your MySQL password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5669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365760" y="413308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41696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Table &amp; Load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4988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cleaned_agri → Click Load → Data imported!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Power BI Dashboard — Charts Used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4123944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Rice Production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Wheat Yield by 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Oilseed Growth by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— Area vs Production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Horizontal Bar 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 — Cotton Production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 — Top Groundnut Districts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 — Average Maize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 — Oilseed Area by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 — Districts with Highest Rice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 — Wheat vs Rice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B15FA-8D0B-27E3-BB96-CDFDE12C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B69F69-E422-5678-6901-CBABB2CFF1A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5842CA-07A3-C8A5-280C-DBE686B296C6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Power BI screenshots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550F2-A813-0F85-641D-7FE1C887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34" y="1017346"/>
            <a:ext cx="3475931" cy="2113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F18BAC-8B13-737E-ED3F-A09C15F8E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12" y="1017346"/>
            <a:ext cx="4959561" cy="2113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11A980-B23E-E58D-FA55-1E47EB935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34" y="3282151"/>
            <a:ext cx="3475931" cy="1672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2B0B60-137A-1C35-C717-76DC9D81E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158" y="3282151"/>
            <a:ext cx="4911115" cy="166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6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Leaders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Tamil Nadu lead in rice yield at district 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Giant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is India's wheat giant — 2.98 lakh thousand tons in 10 years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1148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Rice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is a pure rice state — barely grows wheat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800600" y="914400"/>
            <a:ext cx="41148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93776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371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showed strongest growth — rice 4x, wheat 3x in 10 years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800600" y="2240280"/>
            <a:ext cx="41148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937760" y="2240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Dominates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dominates cotton and groundnut production across all years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566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800600" y="3566160"/>
            <a:ext cx="41148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937760" y="3566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Opportunity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states have large farmland but lowest yields — highest growth potential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463040" cy="1143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1051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 crops for their region based on historical yield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5270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Crop recommendations based on 50-year district-level yield data to maximize productivity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463040" cy="1143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377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low-productivity districts needing subsidies and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28529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Data-driven budget allocation to underperforming regions with large farming areas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1463040" cy="11430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6596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50-year trends in crop area, production, and yield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1788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Longitudinal analysis of crop shifts, climate impact, and regional productivity evolution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EDA.ipynb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 with 15+ visualizations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4572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810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agriculture_dataset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21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with cleaned data (16,146 rows)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2551176"/>
            <a:ext cx="4572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65760" y="25511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sql_agri.sql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16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for all 10 analysis questions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4572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65760" y="33467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AgriData_Dashboard.pbix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12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dashboard with 10 chart pages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3657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"Data-driven agriculture is the key to India's food security"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474720"/>
            <a:ext cx="1097280" cy="411480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3474720"/>
            <a:ext cx="1097280" cy="411480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64592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3474720"/>
            <a:ext cx="1097280" cy="411480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288036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3474720"/>
            <a:ext cx="1097280" cy="411480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9240" y="3474720"/>
            <a:ext cx="1097280" cy="411480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34924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997</Words>
  <Application>Microsoft Office PowerPoint</Application>
  <PresentationFormat>On-screen Show (16:9)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AgriData Explorer</dc:title>
  <dc:subject>PptxGenJS Presentation</dc:subject>
  <dc:creator>PptxGenJS</dc:creator>
  <cp:lastModifiedBy>Pradhap Tirupathy</cp:lastModifiedBy>
  <cp:revision>3</cp:revision>
  <dcterms:created xsi:type="dcterms:W3CDTF">2026-03-09T03:39:36Z</dcterms:created>
  <dcterms:modified xsi:type="dcterms:W3CDTF">2026-03-09T04:03:53Z</dcterms:modified>
</cp:coreProperties>
</file>